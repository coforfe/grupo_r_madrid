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3" r:id="rId2"/>
  </p:sldMasterIdLst>
  <p:notesMasterIdLst>
    <p:notesMasterId r:id="rId7"/>
  </p:notesMasterIdLst>
  <p:sldIdLst>
    <p:sldId id="2139118889" r:id="rId3"/>
    <p:sldId id="2139119142" r:id="rId4"/>
    <p:sldId id="2139119141" r:id="rId5"/>
    <p:sldId id="213911914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8"/>
    <p:restoredTop sz="94759"/>
  </p:normalViewPr>
  <p:slideViewPr>
    <p:cSldViewPr snapToGrid="0">
      <p:cViewPr varScale="1">
        <p:scale>
          <a:sx n="153" d="100"/>
          <a:sy n="153" d="100"/>
        </p:scale>
        <p:origin x="59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0e9f6a3f65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8" name="Google Shape;258;g20e9f6a3f6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8296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B5D5CDB2-8773-E4F5-EB43-DD695873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0e9f6a3f65_0_33:notes">
            <a:extLst>
              <a:ext uri="{FF2B5EF4-FFF2-40B4-BE49-F238E27FC236}">
                <a16:creationId xmlns:a16="http://schemas.microsoft.com/office/drawing/2014/main" id="{4C9AC0CF-635F-D451-2CAF-79263D8F4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8" name="Google Shape;258;g20e9f6a3f65_0_33:notes">
            <a:extLst>
              <a:ext uri="{FF2B5EF4-FFF2-40B4-BE49-F238E27FC236}">
                <a16:creationId xmlns:a16="http://schemas.microsoft.com/office/drawing/2014/main" id="{EDBE85F2-2E7E-5938-0C8F-AE084007D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7989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7B6434AA-613E-561D-4FBF-8528CDFD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0e9f6a3f65_0_33:notes">
            <a:extLst>
              <a:ext uri="{FF2B5EF4-FFF2-40B4-BE49-F238E27FC236}">
                <a16:creationId xmlns:a16="http://schemas.microsoft.com/office/drawing/2014/main" id="{94AE3162-A2C8-0AFF-A586-AB378DC1C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8" name="Google Shape;258;g20e9f6a3f65_0_33:notes">
            <a:extLst>
              <a:ext uri="{FF2B5EF4-FFF2-40B4-BE49-F238E27FC236}">
                <a16:creationId xmlns:a16="http://schemas.microsoft.com/office/drawing/2014/main" id="{39A0B893-ECD2-232D-F276-8CAD19BEC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7004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>
            <a:spLocks noGrp="1"/>
          </p:cNvSpPr>
          <p:nvPr>
            <p:ph type="pic" idx="2"/>
          </p:nvPr>
        </p:nvSpPr>
        <p:spPr>
          <a:xfrm>
            <a:off x="1162345" y="1642946"/>
            <a:ext cx="2168430" cy="137806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Google Shape;15;p3"/>
          <p:cNvSpPr>
            <a:spLocks noGrp="1"/>
          </p:cNvSpPr>
          <p:nvPr>
            <p:ph type="pic" idx="3"/>
          </p:nvPr>
        </p:nvSpPr>
        <p:spPr>
          <a:xfrm>
            <a:off x="3378024" y="1642946"/>
            <a:ext cx="2834435" cy="137806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Google Shape;16;p3"/>
          <p:cNvSpPr>
            <a:spLocks noGrp="1"/>
          </p:cNvSpPr>
          <p:nvPr>
            <p:ph type="pic" idx="4"/>
          </p:nvPr>
        </p:nvSpPr>
        <p:spPr>
          <a:xfrm>
            <a:off x="4645222" y="3068922"/>
            <a:ext cx="3289998" cy="137806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" name="Google Shape;17;p3"/>
          <p:cNvSpPr>
            <a:spLocks noGrp="1"/>
          </p:cNvSpPr>
          <p:nvPr>
            <p:ph type="pic" idx="5"/>
          </p:nvPr>
        </p:nvSpPr>
        <p:spPr>
          <a:xfrm>
            <a:off x="1162345" y="3068922"/>
            <a:ext cx="1696943" cy="137806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Google Shape;18;p3"/>
          <p:cNvSpPr>
            <a:spLocks noGrp="1"/>
          </p:cNvSpPr>
          <p:nvPr>
            <p:ph type="pic" idx="6"/>
          </p:nvPr>
        </p:nvSpPr>
        <p:spPr>
          <a:xfrm>
            <a:off x="2902149" y="3068921"/>
            <a:ext cx="1700211" cy="137806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Google Shape;19;p3"/>
          <p:cNvSpPr>
            <a:spLocks noGrp="1"/>
          </p:cNvSpPr>
          <p:nvPr>
            <p:ph type="pic" idx="7"/>
          </p:nvPr>
        </p:nvSpPr>
        <p:spPr>
          <a:xfrm>
            <a:off x="6247359" y="1642946"/>
            <a:ext cx="1687861" cy="137806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086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82188-E39F-4640-8E19-3A81A4310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E60870-BF57-994E-917E-0066008A1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C081F4-BA82-3349-A5E4-DEAD8CB1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446312-0DFE-4344-BBDC-9A2985DFF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BCD7AB-88FE-1B48-837C-43C1ADA1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18725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10EC2-A72C-7049-97B3-AFAD2AF1D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02BE29-73CB-3D4A-AA14-153F5223C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6B3C5C-F1C4-EB48-A5CD-8512443B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A6A0B1-6AB0-2A49-9248-87A67F49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621B69-81B8-FC48-86A8-3EA24AE9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60324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6C6B3-F38A-2640-A922-4CBF8FE80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98AFD1-419D-E548-B24D-529C3542F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514C06-B6FF-2C48-B529-0C7DD680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CFB897-5492-F843-AB5D-C87147BE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B2E3F3-1B00-AF4A-A3F6-53607141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65846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7167C-B0E0-664C-B85A-EF708258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7821AA-0187-B942-BA3F-6B51AE833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DE5A9F-B87D-6144-A22A-365CC683D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B046A2-A402-3F42-AC8C-D6E07415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E3490A-540D-BE49-B9D7-9ECF09E7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8C1617-69EA-2449-90AA-1F954CC7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4248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624AB-61BE-B449-8DC3-4943C55F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542114-5DE8-7E43-A3EE-280C00DBB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643C46-C79F-5E40-B951-D20B5A9AB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7EB7D1-B271-484B-A4B4-65774C47A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F29D8A3-8FFC-944E-BAE0-E3E76D371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6F7FC3-634A-034C-9CBD-00BFA9B5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028833-899D-E74F-B1D0-78684559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223B75-DF6A-1A43-8A59-8B83F0DFA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99960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F8354-46FB-A64F-A6BE-DD72C123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4DF6EE6-0DEA-2A42-815B-26691AB4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BDFC6D-E819-F14C-ADC3-A7978C55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E85822-FAD5-DA42-8D1E-C1961EAAA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33091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31AD60-838A-8A44-ADA7-1556447F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B6D243-05AC-0A45-9016-B650E412A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12660D-3F02-E946-8D9F-4386FC5D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081892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2F260-6440-4B41-9061-B71858574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3B3FAA-12B4-5341-9A81-41BB21734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7B1742-1D33-FE43-BCB3-C7DD9B16B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DBFDBA-0D72-5C4D-AC71-C74B4D1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5703F3-8B21-3344-A04E-B457B0E0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A15EF9-84B3-7940-BB7A-A61F0E84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849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DA7D1-0198-624C-A064-E342BC11B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8B95B7B-5CB5-7048-8BEE-076FF03BF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DE65A8-6724-204B-AE6D-942FF5902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8EDFF-8D88-5D48-8AB8-4053DF5B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A9443C-A759-0647-9392-8C8FE87D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403033-E3BD-014F-AA0B-AF7A7F23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20281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47057-A25A-4945-A1CE-517A0C1B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D690D5-6734-E548-97CE-C6B884DAA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96FD14-DD91-714B-AFF3-6F3D8096E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B3B4F3-B8EB-594B-9849-1BA6233B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AF88F7-EE9A-0E45-A19F-744F06D4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092901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41ABD1-1453-B646-999F-A1F72711F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FD0DA3-CDBA-5847-849D-73CE61D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80F21C-1E28-0742-A9E2-11FAAC30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CEB017-93EA-7948-83F8-7B86B9DEB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FD872B-BC9D-0E40-ABC3-27BC71B4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40585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50" y="1662395"/>
            <a:ext cx="7886700" cy="715959"/>
          </a:xfrm>
        </p:spPr>
        <p:txBody>
          <a:bodyPr anchor="b"/>
          <a:lstStyle>
            <a:lvl1pPr algn="l">
              <a:defRPr sz="4500" b="1"/>
            </a:lvl1pPr>
          </a:lstStyle>
          <a:p>
            <a:r>
              <a:rPr lang="es-ES" dirty="0"/>
              <a:t>TÍTULO SESIÓN</a:t>
            </a:r>
            <a:endParaRPr lang="es-ES_tradn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628650" y="2566957"/>
            <a:ext cx="7886700" cy="293828"/>
          </a:xfrm>
        </p:spPr>
        <p:txBody>
          <a:bodyPr/>
          <a:lstStyle>
            <a:lvl1pPr marL="0" indent="0" algn="l">
              <a:buNone/>
              <a:defRPr sz="1800" baseline="0">
                <a:solidFill>
                  <a:srgbClr val="44444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dirty="0"/>
              <a:t>Nombre del profesor</a:t>
            </a:r>
            <a:endParaRPr lang="es-ES_tradnl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3879057"/>
            <a:ext cx="7886700" cy="316427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s-ES_tradnl" dirty="0"/>
              <a:t>NOMBRE DEL CURSO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4195484"/>
            <a:ext cx="7886700" cy="253717"/>
          </a:xfrm>
        </p:spPr>
        <p:txBody>
          <a:bodyPr>
            <a:normAutofit/>
          </a:bodyPr>
          <a:lstStyle>
            <a:lvl1pPr marL="0" indent="0">
              <a:buNone/>
              <a:defRPr sz="15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s-ES_tradnl" dirty="0"/>
              <a:t>#HASHTAG</a:t>
            </a:r>
          </a:p>
        </p:txBody>
      </p:sp>
    </p:spTree>
    <p:extLst>
      <p:ext uri="{BB962C8B-B14F-4D97-AF65-F5344CB8AC3E}">
        <p14:creationId xmlns:p14="http://schemas.microsoft.com/office/powerpoint/2010/main" val="5311329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5 Marcador de número de diapositiva"/>
          <p:cNvSpPr txBox="1">
            <a:spLocks/>
          </p:cNvSpPr>
          <p:nvPr userDrawn="1"/>
        </p:nvSpPr>
        <p:spPr>
          <a:xfrm>
            <a:off x="6933903" y="4954303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D0CF6E-DD58-4065-A225-4002F5D11B08}" type="slidenum">
              <a:rPr kumimoji="0" lang="es-E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9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6796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611" y="296619"/>
            <a:ext cx="7886700" cy="536471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Page Title Placeholder </a:t>
            </a:r>
            <a:endParaRPr lang="en-US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08C61-4051-8945-8184-CE268C65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9959" y="4835224"/>
            <a:ext cx="2057400" cy="126958"/>
          </a:xfrm>
          <a:prstGeom prst="rect">
            <a:avLst/>
          </a:prstGeom>
        </p:spPr>
        <p:txBody>
          <a:bodyPr/>
          <a:lstStyle/>
          <a:p>
            <a:r>
              <a:rPr lang="es-ES"/>
              <a:t>©2019 Teradata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EC507A1-1A10-314C-AEA1-73DAE08B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3346" y="4704588"/>
            <a:ext cx="480060" cy="273844"/>
          </a:xfrm>
        </p:spPr>
        <p:txBody>
          <a:bodyPr/>
          <a:lstStyle/>
          <a:p>
            <a:fld id="{49DD8F54-5887-174A-8313-68D67AE88D61}" type="slidenum">
              <a:rPr lang="es-ES" altLang="es-ES" smtClean="0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473638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08C61-4051-8945-8184-CE268C65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9959" y="4835224"/>
            <a:ext cx="2057400" cy="126958"/>
          </a:xfrm>
          <a:prstGeom prst="rect">
            <a:avLst/>
          </a:prstGeom>
        </p:spPr>
        <p:txBody>
          <a:bodyPr/>
          <a:lstStyle/>
          <a:p>
            <a:r>
              <a:rPr lang="es-ES"/>
              <a:t>©2019 Teradata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EC507A1-1A10-314C-AEA1-73DAE08B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3346" y="4704588"/>
            <a:ext cx="480060" cy="273844"/>
          </a:xfrm>
        </p:spPr>
        <p:txBody>
          <a:bodyPr/>
          <a:lstStyle/>
          <a:p>
            <a:fld id="{49DD8F54-5887-174A-8313-68D67AE88D61}" type="slidenum">
              <a:rPr lang="es-ES" altLang="es-ES" smtClean="0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669322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>
            <a:spLocks noGrp="1"/>
          </p:cNvSpPr>
          <p:nvPr>
            <p:ph type="pic" idx="2"/>
          </p:nvPr>
        </p:nvSpPr>
        <p:spPr>
          <a:xfrm>
            <a:off x="1162345" y="1642946"/>
            <a:ext cx="2168430" cy="1378062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>
            <a:spLocks noGrp="1"/>
          </p:cNvSpPr>
          <p:nvPr>
            <p:ph type="pic" idx="3"/>
          </p:nvPr>
        </p:nvSpPr>
        <p:spPr>
          <a:xfrm>
            <a:off x="3378024" y="1642946"/>
            <a:ext cx="2834435" cy="1378062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p3"/>
          <p:cNvSpPr>
            <a:spLocks noGrp="1"/>
          </p:cNvSpPr>
          <p:nvPr>
            <p:ph type="pic" idx="4"/>
          </p:nvPr>
        </p:nvSpPr>
        <p:spPr>
          <a:xfrm>
            <a:off x="4645222" y="3068922"/>
            <a:ext cx="3289998" cy="1378062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>
            <a:spLocks noGrp="1"/>
          </p:cNvSpPr>
          <p:nvPr>
            <p:ph type="pic" idx="5"/>
          </p:nvPr>
        </p:nvSpPr>
        <p:spPr>
          <a:xfrm>
            <a:off x="1162345" y="3068922"/>
            <a:ext cx="1696943" cy="1378062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>
            <a:spLocks noGrp="1"/>
          </p:cNvSpPr>
          <p:nvPr>
            <p:ph type="pic" idx="6"/>
          </p:nvPr>
        </p:nvSpPr>
        <p:spPr>
          <a:xfrm>
            <a:off x="2902149" y="3068921"/>
            <a:ext cx="1700211" cy="1378062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3"/>
          <p:cNvSpPr>
            <a:spLocks noGrp="1"/>
          </p:cNvSpPr>
          <p:nvPr>
            <p:ph type="pic" idx="7"/>
          </p:nvPr>
        </p:nvSpPr>
        <p:spPr>
          <a:xfrm>
            <a:off x="6247359" y="1642946"/>
            <a:ext cx="1687861" cy="137806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772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37863D0-8CA8-804D-9EA7-6826EBEBC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6A0245-FB9E-F14C-B3DF-F1AAFE18E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2BFE9C-B464-5748-B1C6-1D432C3D0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BF1BA-5947-144C-8C13-471FFF91C4A7}" type="datetimeFigureOut">
              <a:rPr lang="es-ES_tradnl" smtClean="0"/>
              <a:t>30/10/25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E07C55-97EE-C946-AE28-624C9E2B4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B641A3-304E-2B43-86A5-74120BA95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2D788-FA48-5E40-B723-55892CB6CF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2596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0e9f6a3f65_0_33"/>
          <p:cNvSpPr txBox="1"/>
          <p:nvPr/>
        </p:nvSpPr>
        <p:spPr>
          <a:xfrm>
            <a:off x="631688" y="721950"/>
            <a:ext cx="7886700" cy="64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lnSpc>
                <a:spcPct val="90000"/>
              </a:lnSpc>
              <a:buSzPts val="4400"/>
            </a:pPr>
            <a:endParaRPr sz="3300" dirty="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n 5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E7061A4B-1097-479A-F20E-05B098EC1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5762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278E3089-B685-AADF-37C3-105E1782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0e9f6a3f65_0_33">
            <a:extLst>
              <a:ext uri="{FF2B5EF4-FFF2-40B4-BE49-F238E27FC236}">
                <a16:creationId xmlns:a16="http://schemas.microsoft.com/office/drawing/2014/main" id="{7F74F5AC-0A87-7F22-28CB-3ACCA754BF7D}"/>
              </a:ext>
            </a:extLst>
          </p:cNvPr>
          <p:cNvSpPr txBox="1"/>
          <p:nvPr/>
        </p:nvSpPr>
        <p:spPr>
          <a:xfrm>
            <a:off x="631688" y="721950"/>
            <a:ext cx="7886700" cy="64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lnSpc>
                <a:spcPct val="90000"/>
              </a:lnSpc>
              <a:buSzPts val="4400"/>
            </a:pPr>
            <a:endParaRPr sz="3300" dirty="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0C25F732-4A0C-7260-87E1-DC56A6D602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80" t="26622" r="13232" b="12369"/>
          <a:stretch>
            <a:fillRect/>
          </a:stretch>
        </p:blipFill>
        <p:spPr>
          <a:xfrm>
            <a:off x="1814946" y="539832"/>
            <a:ext cx="5514108" cy="40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2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A1F7FCB9-80B7-856B-7047-7EA3B006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0e9f6a3f65_0_33">
            <a:extLst>
              <a:ext uri="{FF2B5EF4-FFF2-40B4-BE49-F238E27FC236}">
                <a16:creationId xmlns:a16="http://schemas.microsoft.com/office/drawing/2014/main" id="{D0611AA3-B3E9-F398-FA6D-D219ED275711}"/>
              </a:ext>
            </a:extLst>
          </p:cNvPr>
          <p:cNvSpPr txBox="1"/>
          <p:nvPr/>
        </p:nvSpPr>
        <p:spPr>
          <a:xfrm>
            <a:off x="631688" y="721950"/>
            <a:ext cx="7886700" cy="64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lnSpc>
                <a:spcPct val="90000"/>
              </a:lnSpc>
              <a:buSzPts val="4400"/>
            </a:pPr>
            <a:endParaRPr sz="3300" dirty="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Una persona con un traje de color negr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C34BF452-AE1F-D5D3-E4DB-4A044F538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133" y="721950"/>
            <a:ext cx="3451735" cy="387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61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FF114-C0A4-893B-EEF1-23CF622B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680F1D3-7650-4307-A001-0163AD371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6" name="Picture 2" descr="Los negros cuadernos de Heidegger – Prodavinci">
            <a:extLst>
              <a:ext uri="{FF2B5EF4-FFF2-40B4-BE49-F238E27FC236}">
                <a16:creationId xmlns:a16="http://schemas.microsoft.com/office/drawing/2014/main" id="{7A29E8CC-D0DB-B8B5-E1FE-832D136F2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8" r="1" b="17465"/>
          <a:stretch/>
        </p:blipFill>
        <p:spPr bwMode="auto">
          <a:xfrm>
            <a:off x="2093404" y="552982"/>
            <a:ext cx="4786253" cy="3238949"/>
          </a:xfrm>
          <a:custGeom>
            <a:avLst/>
            <a:gdLst/>
            <a:ahLst/>
            <a:cxnLst/>
            <a:rect l="l" t="t" r="r" b="b"/>
            <a:pathLst>
              <a:path w="8678780" h="5873097">
                <a:moveTo>
                  <a:pt x="1379513" y="25"/>
                </a:moveTo>
                <a:cubicBezTo>
                  <a:pt x="1399326" y="458"/>
                  <a:pt x="1419819" y="6516"/>
                  <a:pt x="1438386" y="8439"/>
                </a:cubicBezTo>
                <a:cubicBezTo>
                  <a:pt x="1848256" y="51517"/>
                  <a:pt x="2258124" y="98056"/>
                  <a:pt x="2668443" y="139209"/>
                </a:cubicBezTo>
                <a:cubicBezTo>
                  <a:pt x="3052045" y="177671"/>
                  <a:pt x="3438361" y="186516"/>
                  <a:pt x="3823773" y="206516"/>
                </a:cubicBezTo>
                <a:cubicBezTo>
                  <a:pt x="4290252" y="230748"/>
                  <a:pt x="4755825" y="264980"/>
                  <a:pt x="5219588" y="318825"/>
                </a:cubicBezTo>
                <a:cubicBezTo>
                  <a:pt x="5541595" y="356518"/>
                  <a:pt x="5866772" y="382670"/>
                  <a:pt x="6193307" y="352672"/>
                </a:cubicBezTo>
                <a:cubicBezTo>
                  <a:pt x="6209610" y="351131"/>
                  <a:pt x="6228180" y="346134"/>
                  <a:pt x="6241767" y="351131"/>
                </a:cubicBezTo>
                <a:cubicBezTo>
                  <a:pt x="6400280" y="407287"/>
                  <a:pt x="6573284" y="366901"/>
                  <a:pt x="6737683" y="402287"/>
                </a:cubicBezTo>
                <a:cubicBezTo>
                  <a:pt x="6695564" y="538826"/>
                  <a:pt x="6514862" y="527670"/>
                  <a:pt x="6412962" y="622288"/>
                </a:cubicBezTo>
                <a:cubicBezTo>
                  <a:pt x="6579172" y="659979"/>
                  <a:pt x="6728627" y="698057"/>
                  <a:pt x="6880346" y="726518"/>
                </a:cubicBezTo>
                <a:cubicBezTo>
                  <a:pt x="7041122" y="756519"/>
                  <a:pt x="7177442" y="837673"/>
                  <a:pt x="7334594" y="873826"/>
                </a:cubicBezTo>
                <a:cubicBezTo>
                  <a:pt x="7368112" y="881518"/>
                  <a:pt x="7408419" y="908442"/>
                  <a:pt x="7420192" y="934596"/>
                </a:cubicBezTo>
                <a:cubicBezTo>
                  <a:pt x="7458235" y="1019211"/>
                  <a:pt x="8217735" y="1256521"/>
                  <a:pt x="8128063" y="1331904"/>
                </a:cubicBezTo>
                <a:cubicBezTo>
                  <a:pt x="8090926" y="1363059"/>
                  <a:pt x="8042918" y="1385367"/>
                  <a:pt x="7992648" y="1416136"/>
                </a:cubicBezTo>
                <a:cubicBezTo>
                  <a:pt x="8068283" y="1474214"/>
                  <a:pt x="8153426" y="1499598"/>
                  <a:pt x="8244004" y="1516906"/>
                </a:cubicBezTo>
                <a:cubicBezTo>
                  <a:pt x="8271178" y="1522290"/>
                  <a:pt x="8297900" y="1533059"/>
                  <a:pt x="8300615" y="1559214"/>
                </a:cubicBezTo>
                <a:cubicBezTo>
                  <a:pt x="8303332" y="1586521"/>
                  <a:pt x="8275706" y="1597289"/>
                  <a:pt x="8252610" y="1609983"/>
                </a:cubicBezTo>
                <a:cubicBezTo>
                  <a:pt x="8220454" y="1627674"/>
                  <a:pt x="8189205" y="1643059"/>
                  <a:pt x="8148444" y="1645368"/>
                </a:cubicBezTo>
                <a:cubicBezTo>
                  <a:pt x="8081415" y="1648828"/>
                  <a:pt x="8049262" y="1698059"/>
                  <a:pt x="8010314" y="1734983"/>
                </a:cubicBezTo>
                <a:cubicBezTo>
                  <a:pt x="7988574" y="1755753"/>
                  <a:pt x="7977704" y="1797675"/>
                  <a:pt x="8015746" y="1804984"/>
                </a:cubicBezTo>
                <a:cubicBezTo>
                  <a:pt x="8107232" y="1822675"/>
                  <a:pt x="8099984" y="1873831"/>
                  <a:pt x="8097722" y="1931908"/>
                </a:cubicBezTo>
                <a:cubicBezTo>
                  <a:pt x="8094550" y="2003830"/>
                  <a:pt x="8040654" y="2036908"/>
                  <a:pt x="7974534" y="2064601"/>
                </a:cubicBezTo>
                <a:cubicBezTo>
                  <a:pt x="7951888" y="2074215"/>
                  <a:pt x="7919734" y="2073829"/>
                  <a:pt x="7911128" y="2103831"/>
                </a:cubicBezTo>
                <a:cubicBezTo>
                  <a:pt x="7948266" y="2132293"/>
                  <a:pt x="7993555" y="2109215"/>
                  <a:pt x="8033411" y="2117292"/>
                </a:cubicBezTo>
                <a:cubicBezTo>
                  <a:pt x="8066471" y="2123831"/>
                  <a:pt x="8121271" y="2120370"/>
                  <a:pt x="8075982" y="2172677"/>
                </a:cubicBezTo>
                <a:cubicBezTo>
                  <a:pt x="8062847" y="2187676"/>
                  <a:pt x="8078246" y="2199215"/>
                  <a:pt x="8095004" y="2200369"/>
                </a:cubicBezTo>
                <a:cubicBezTo>
                  <a:pt x="8229060" y="2212293"/>
                  <a:pt x="8167466" y="2318063"/>
                  <a:pt x="8210492" y="2373833"/>
                </a:cubicBezTo>
                <a:cubicBezTo>
                  <a:pt x="8222264" y="2389215"/>
                  <a:pt x="8209584" y="2415754"/>
                  <a:pt x="8191016" y="2422293"/>
                </a:cubicBezTo>
                <a:cubicBezTo>
                  <a:pt x="8072357" y="2465372"/>
                  <a:pt x="8056054" y="2568063"/>
                  <a:pt x="7998536" y="2656525"/>
                </a:cubicBezTo>
                <a:cubicBezTo>
                  <a:pt x="8061036" y="2691525"/>
                  <a:pt x="8135764" y="2699217"/>
                  <a:pt x="8203244" y="2721909"/>
                </a:cubicBezTo>
                <a:cubicBezTo>
                  <a:pt x="8273442" y="2745756"/>
                  <a:pt x="8273442" y="2763447"/>
                  <a:pt x="8215472" y="2832678"/>
                </a:cubicBezTo>
                <a:cubicBezTo>
                  <a:pt x="8366284" y="2847680"/>
                  <a:pt x="8366284" y="2847680"/>
                  <a:pt x="8319638" y="2956526"/>
                </a:cubicBezTo>
                <a:cubicBezTo>
                  <a:pt x="8445996" y="2966525"/>
                  <a:pt x="8529327" y="3018064"/>
                  <a:pt x="8548800" y="3130757"/>
                </a:cubicBezTo>
                <a:cubicBezTo>
                  <a:pt x="8558311" y="3185372"/>
                  <a:pt x="8615377" y="3211141"/>
                  <a:pt x="8678780" y="3247679"/>
                </a:cubicBezTo>
                <a:cubicBezTo>
                  <a:pt x="8599978" y="3283066"/>
                  <a:pt x="8546537" y="3356911"/>
                  <a:pt x="8454599" y="3278833"/>
                </a:cubicBezTo>
                <a:cubicBezTo>
                  <a:pt x="8421087" y="3250373"/>
                  <a:pt x="8424254" y="3286526"/>
                  <a:pt x="8419728" y="3296911"/>
                </a:cubicBezTo>
                <a:cubicBezTo>
                  <a:pt x="8408859" y="3322295"/>
                  <a:pt x="8431501" y="3339218"/>
                  <a:pt x="8446448" y="3358448"/>
                </a:cubicBezTo>
                <a:cubicBezTo>
                  <a:pt x="8460939" y="3377681"/>
                  <a:pt x="8478149" y="3398064"/>
                  <a:pt x="8482226" y="3419605"/>
                </a:cubicBezTo>
                <a:cubicBezTo>
                  <a:pt x="8484942" y="3434604"/>
                  <a:pt x="8471809" y="3456526"/>
                  <a:pt x="8457318" y="3467682"/>
                </a:cubicBezTo>
                <a:cubicBezTo>
                  <a:pt x="8381232" y="3526527"/>
                  <a:pt x="8426520" y="3658836"/>
                  <a:pt x="8282501" y="3675759"/>
                </a:cubicBezTo>
                <a:cubicBezTo>
                  <a:pt x="8217735" y="3683450"/>
                  <a:pt x="8186486" y="3731913"/>
                  <a:pt x="8138932" y="3758451"/>
                </a:cubicBezTo>
                <a:cubicBezTo>
                  <a:pt x="7973628" y="3851144"/>
                  <a:pt x="7863120" y="3970376"/>
                  <a:pt x="7811946" y="4134221"/>
                </a:cubicBezTo>
                <a:cubicBezTo>
                  <a:pt x="7797906" y="4179605"/>
                  <a:pt x="7744010" y="4216145"/>
                  <a:pt x="7709139" y="4256145"/>
                </a:cubicBezTo>
                <a:cubicBezTo>
                  <a:pt x="7725896" y="4285376"/>
                  <a:pt x="7817379" y="4222298"/>
                  <a:pt x="7785224" y="4299221"/>
                </a:cubicBezTo>
                <a:cubicBezTo>
                  <a:pt x="7760768" y="4356915"/>
                  <a:pt x="7698269" y="4392684"/>
                  <a:pt x="7639392" y="4426916"/>
                </a:cubicBezTo>
                <a:cubicBezTo>
                  <a:pt x="7572364" y="4465762"/>
                  <a:pt x="7498091" y="4496914"/>
                  <a:pt x="7467746" y="4568838"/>
                </a:cubicBezTo>
                <a:cubicBezTo>
                  <a:pt x="7461405" y="4584223"/>
                  <a:pt x="7441025" y="4600376"/>
                  <a:pt x="7422910" y="4606531"/>
                </a:cubicBezTo>
                <a:cubicBezTo>
                  <a:pt x="6478176" y="5872304"/>
                  <a:pt x="4152572" y="5880765"/>
                  <a:pt x="3884462" y="5871919"/>
                </a:cubicBezTo>
                <a:cubicBezTo>
                  <a:pt x="3559738" y="5860765"/>
                  <a:pt x="3252674" y="5782688"/>
                  <a:pt x="2951503" y="5685381"/>
                </a:cubicBezTo>
                <a:cubicBezTo>
                  <a:pt x="2824239" y="5644226"/>
                  <a:pt x="2706035" y="5585765"/>
                  <a:pt x="2582393" y="5540381"/>
                </a:cubicBezTo>
                <a:cubicBezTo>
                  <a:pt x="2411654" y="5477686"/>
                  <a:pt x="2279862" y="5358071"/>
                  <a:pt x="2109575" y="5307686"/>
                </a:cubicBezTo>
                <a:cubicBezTo>
                  <a:pt x="1934305" y="5255763"/>
                  <a:pt x="1784398" y="5160762"/>
                  <a:pt x="1604145" y="5120379"/>
                </a:cubicBezTo>
                <a:cubicBezTo>
                  <a:pt x="1509040" y="5098840"/>
                  <a:pt x="1417102" y="5059994"/>
                  <a:pt x="1432046" y="4948840"/>
                </a:cubicBezTo>
                <a:cubicBezTo>
                  <a:pt x="1436123" y="4917301"/>
                  <a:pt x="1411214" y="4891532"/>
                  <a:pt x="1371813" y="4900763"/>
                </a:cubicBezTo>
                <a:cubicBezTo>
                  <a:pt x="1296633" y="4918071"/>
                  <a:pt x="1262665" y="4872300"/>
                  <a:pt x="1220998" y="4838069"/>
                </a:cubicBezTo>
                <a:cubicBezTo>
                  <a:pt x="1146725" y="4777302"/>
                  <a:pt x="1076074" y="4712685"/>
                  <a:pt x="957869" y="4702684"/>
                </a:cubicBezTo>
                <a:cubicBezTo>
                  <a:pt x="980512" y="4654991"/>
                  <a:pt x="1019009" y="4661916"/>
                  <a:pt x="1054336" y="4671915"/>
                </a:cubicBezTo>
                <a:cubicBezTo>
                  <a:pt x="1147177" y="4698070"/>
                  <a:pt x="1239115" y="4727684"/>
                  <a:pt x="1331957" y="4753839"/>
                </a:cubicBezTo>
                <a:cubicBezTo>
                  <a:pt x="1392645" y="4770763"/>
                  <a:pt x="1452881" y="4794609"/>
                  <a:pt x="1533949" y="4775761"/>
                </a:cubicBezTo>
                <a:cubicBezTo>
                  <a:pt x="1464202" y="4679607"/>
                  <a:pt x="1345545" y="4662300"/>
                  <a:pt x="1249533" y="4632685"/>
                </a:cubicBezTo>
                <a:cubicBezTo>
                  <a:pt x="1129515" y="4595378"/>
                  <a:pt x="1058865" y="4524991"/>
                  <a:pt x="974172" y="4446530"/>
                </a:cubicBezTo>
                <a:cubicBezTo>
                  <a:pt x="1062487" y="4427683"/>
                  <a:pt x="1117287" y="4485377"/>
                  <a:pt x="1186579" y="4482299"/>
                </a:cubicBezTo>
                <a:cubicBezTo>
                  <a:pt x="1190203" y="4472300"/>
                  <a:pt x="1196544" y="4457684"/>
                  <a:pt x="1195637" y="4457299"/>
                </a:cubicBezTo>
                <a:cubicBezTo>
                  <a:pt x="1082415" y="4414222"/>
                  <a:pt x="1029426" y="4333453"/>
                  <a:pt x="1011761" y="4235759"/>
                </a:cubicBezTo>
                <a:cubicBezTo>
                  <a:pt x="1002706" y="4185376"/>
                  <a:pt x="961492" y="4169607"/>
                  <a:pt x="920731" y="4146528"/>
                </a:cubicBezTo>
                <a:cubicBezTo>
                  <a:pt x="778522" y="4064606"/>
                  <a:pt x="628163" y="3990375"/>
                  <a:pt x="511316" y="3877683"/>
                </a:cubicBezTo>
                <a:cubicBezTo>
                  <a:pt x="646279" y="3892682"/>
                  <a:pt x="754521" y="3966143"/>
                  <a:pt x="899898" y="3997682"/>
                </a:cubicBezTo>
                <a:cubicBezTo>
                  <a:pt x="784411" y="3873836"/>
                  <a:pt x="634956" y="3811144"/>
                  <a:pt x="498636" y="3736143"/>
                </a:cubicBezTo>
                <a:cubicBezTo>
                  <a:pt x="436588" y="3701912"/>
                  <a:pt x="379073" y="3658065"/>
                  <a:pt x="303890" y="3639604"/>
                </a:cubicBezTo>
                <a:cubicBezTo>
                  <a:pt x="277170" y="3633065"/>
                  <a:pt x="233240" y="3619219"/>
                  <a:pt x="254527" y="3582680"/>
                </a:cubicBezTo>
                <a:cubicBezTo>
                  <a:pt x="272641" y="3552297"/>
                  <a:pt x="308419" y="3561526"/>
                  <a:pt x="341028" y="3570373"/>
                </a:cubicBezTo>
                <a:cubicBezTo>
                  <a:pt x="419378" y="3592297"/>
                  <a:pt x="500446" y="3592682"/>
                  <a:pt x="606424" y="3592297"/>
                </a:cubicBezTo>
                <a:cubicBezTo>
                  <a:pt x="517657" y="3491912"/>
                  <a:pt x="355067" y="3521913"/>
                  <a:pt x="278984" y="3416526"/>
                </a:cubicBezTo>
                <a:cubicBezTo>
                  <a:pt x="374088" y="3398064"/>
                  <a:pt x="447458" y="3436142"/>
                  <a:pt x="524452" y="3443448"/>
                </a:cubicBezTo>
                <a:cubicBezTo>
                  <a:pt x="594195" y="3449987"/>
                  <a:pt x="611405" y="3432296"/>
                  <a:pt x="595102" y="3374218"/>
                </a:cubicBezTo>
                <a:cubicBezTo>
                  <a:pt x="569741" y="3283833"/>
                  <a:pt x="607782" y="3237678"/>
                  <a:pt x="709231" y="3262295"/>
                </a:cubicBezTo>
                <a:cubicBezTo>
                  <a:pt x="803432" y="3285372"/>
                  <a:pt x="813394" y="3251526"/>
                  <a:pt x="788033" y="3199987"/>
                </a:cubicBezTo>
                <a:cubicBezTo>
                  <a:pt x="751802" y="3124988"/>
                  <a:pt x="793015" y="3066910"/>
                  <a:pt x="821094" y="3003833"/>
                </a:cubicBezTo>
                <a:cubicBezTo>
                  <a:pt x="864120" y="2907680"/>
                  <a:pt x="846003" y="2860755"/>
                  <a:pt x="753161" y="2789218"/>
                </a:cubicBezTo>
                <a:cubicBezTo>
                  <a:pt x="701080" y="2749216"/>
                  <a:pt x="644921" y="2715371"/>
                  <a:pt x="569285" y="2680756"/>
                </a:cubicBezTo>
                <a:cubicBezTo>
                  <a:pt x="743651" y="2661909"/>
                  <a:pt x="560683" y="2598448"/>
                  <a:pt x="622275" y="2558832"/>
                </a:cubicBezTo>
                <a:cubicBezTo>
                  <a:pt x="745462" y="2542678"/>
                  <a:pt x="846003" y="2668833"/>
                  <a:pt x="1013576" y="2632679"/>
                </a:cubicBezTo>
                <a:cubicBezTo>
                  <a:pt x="806602" y="2523446"/>
                  <a:pt x="577892" y="2487677"/>
                  <a:pt x="427984" y="2342293"/>
                </a:cubicBezTo>
                <a:cubicBezTo>
                  <a:pt x="462405" y="2309216"/>
                  <a:pt x="496823" y="2339985"/>
                  <a:pt x="526263" y="2327678"/>
                </a:cubicBezTo>
                <a:cubicBezTo>
                  <a:pt x="525356" y="2319985"/>
                  <a:pt x="527622" y="2308446"/>
                  <a:pt x="522186" y="2304986"/>
                </a:cubicBezTo>
                <a:cubicBezTo>
                  <a:pt x="410323" y="2225754"/>
                  <a:pt x="408509" y="2223831"/>
                  <a:pt x="528526" y="2165368"/>
                </a:cubicBezTo>
                <a:cubicBezTo>
                  <a:pt x="570645" y="2144984"/>
                  <a:pt x="567023" y="2126906"/>
                  <a:pt x="544832" y="2101138"/>
                </a:cubicBezTo>
                <a:cubicBezTo>
                  <a:pt x="528978" y="2083061"/>
                  <a:pt x="509957" y="2066906"/>
                  <a:pt x="519016" y="2027291"/>
                </a:cubicBezTo>
                <a:cubicBezTo>
                  <a:pt x="584685" y="2078062"/>
                  <a:pt x="902162" y="2061522"/>
                  <a:pt x="958321" y="2056137"/>
                </a:cubicBezTo>
                <a:cubicBezTo>
                  <a:pt x="1021272" y="2050369"/>
                  <a:pt x="1083319" y="2025753"/>
                  <a:pt x="1149440" y="2039214"/>
                </a:cubicBezTo>
                <a:cubicBezTo>
                  <a:pt x="1202430" y="2049985"/>
                  <a:pt x="1447897" y="2154215"/>
                  <a:pt x="1482772" y="2034599"/>
                </a:cubicBezTo>
                <a:cubicBezTo>
                  <a:pt x="1484583" y="2028831"/>
                  <a:pt x="1583765" y="2042293"/>
                  <a:pt x="1637208" y="2048831"/>
                </a:cubicBezTo>
                <a:cubicBezTo>
                  <a:pt x="1684309" y="2054216"/>
                  <a:pt x="1737297" y="2078062"/>
                  <a:pt x="1768999" y="2030369"/>
                </a:cubicBezTo>
                <a:cubicBezTo>
                  <a:pt x="1787568" y="2002293"/>
                  <a:pt x="1711030" y="1948062"/>
                  <a:pt x="1642642" y="1943445"/>
                </a:cubicBezTo>
                <a:cubicBezTo>
                  <a:pt x="1583312" y="1939214"/>
                  <a:pt x="1521266" y="1933060"/>
                  <a:pt x="1464655" y="1944599"/>
                </a:cubicBezTo>
                <a:cubicBezTo>
                  <a:pt x="1394911" y="1958446"/>
                  <a:pt x="1357322" y="1936138"/>
                  <a:pt x="1337846" y="1888061"/>
                </a:cubicBezTo>
                <a:cubicBezTo>
                  <a:pt x="1316106" y="1834985"/>
                  <a:pt x="1274439" y="1810368"/>
                  <a:pt x="1216924" y="1785752"/>
                </a:cubicBezTo>
                <a:cubicBezTo>
                  <a:pt x="1077431" y="1726138"/>
                  <a:pt x="943377" y="1657291"/>
                  <a:pt x="790299" y="1622676"/>
                </a:cubicBezTo>
                <a:cubicBezTo>
                  <a:pt x="759953" y="1615751"/>
                  <a:pt x="726441" y="1606521"/>
                  <a:pt x="712401" y="1560751"/>
                </a:cubicBezTo>
                <a:cubicBezTo>
                  <a:pt x="1126798" y="1629213"/>
                  <a:pt x="1504511" y="1807676"/>
                  <a:pt x="1932039" y="1797291"/>
                </a:cubicBezTo>
                <a:cubicBezTo>
                  <a:pt x="1815195" y="1740752"/>
                  <a:pt x="1679780" y="1737675"/>
                  <a:pt x="1555234" y="1698059"/>
                </a:cubicBezTo>
                <a:cubicBezTo>
                  <a:pt x="1643549" y="1668444"/>
                  <a:pt x="1726428" y="1699213"/>
                  <a:pt x="1810212" y="1716137"/>
                </a:cubicBezTo>
                <a:cubicBezTo>
                  <a:pt x="1880410" y="1729982"/>
                  <a:pt x="1943817" y="1732290"/>
                  <a:pt x="1951515" y="1649598"/>
                </a:cubicBezTo>
                <a:cubicBezTo>
                  <a:pt x="1948798" y="1644214"/>
                  <a:pt x="1949249" y="1637291"/>
                  <a:pt x="1949704" y="1630753"/>
                </a:cubicBezTo>
                <a:cubicBezTo>
                  <a:pt x="1926152" y="1596522"/>
                  <a:pt x="1889468" y="1578830"/>
                  <a:pt x="1845990" y="1568828"/>
                </a:cubicBezTo>
                <a:cubicBezTo>
                  <a:pt x="1819722" y="1562674"/>
                  <a:pt x="1784851" y="1553443"/>
                  <a:pt x="1785302" y="1528829"/>
                </a:cubicBezTo>
                <a:cubicBezTo>
                  <a:pt x="1786662" y="1437674"/>
                  <a:pt x="1702878" y="1411136"/>
                  <a:pt x="1619092" y="1384597"/>
                </a:cubicBezTo>
                <a:cubicBezTo>
                  <a:pt x="1665740" y="1339213"/>
                  <a:pt x="1702423" y="1372674"/>
                  <a:pt x="1737750" y="1369214"/>
                </a:cubicBezTo>
                <a:cubicBezTo>
                  <a:pt x="1760848" y="1366906"/>
                  <a:pt x="1781679" y="1362675"/>
                  <a:pt x="1781679" y="1339213"/>
                </a:cubicBezTo>
                <a:cubicBezTo>
                  <a:pt x="1782132" y="1319597"/>
                  <a:pt x="1771262" y="1297288"/>
                  <a:pt x="1748620" y="1296905"/>
                </a:cubicBezTo>
                <a:cubicBezTo>
                  <a:pt x="1606863" y="1293442"/>
                  <a:pt x="1528513" y="1167288"/>
                  <a:pt x="1381324" y="1166904"/>
                </a:cubicBezTo>
                <a:cubicBezTo>
                  <a:pt x="1293462" y="1166904"/>
                  <a:pt x="1427065" y="1095751"/>
                  <a:pt x="1352792" y="1066135"/>
                </a:cubicBezTo>
                <a:cubicBezTo>
                  <a:pt x="1336486" y="1059596"/>
                  <a:pt x="1395363" y="1049597"/>
                  <a:pt x="1421631" y="1051135"/>
                </a:cubicBezTo>
                <a:cubicBezTo>
                  <a:pt x="1447445" y="1052673"/>
                  <a:pt x="1470543" y="1071519"/>
                  <a:pt x="1501793" y="1058058"/>
                </a:cubicBezTo>
                <a:cubicBezTo>
                  <a:pt x="1519003" y="1009981"/>
                  <a:pt x="1474621" y="992289"/>
                  <a:pt x="1437935" y="978826"/>
                </a:cubicBezTo>
                <a:cubicBezTo>
                  <a:pt x="1353244" y="947673"/>
                  <a:pt x="1270817" y="909981"/>
                  <a:pt x="1177975" y="898826"/>
                </a:cubicBezTo>
                <a:cubicBezTo>
                  <a:pt x="1144915" y="894980"/>
                  <a:pt x="1225528" y="843440"/>
                  <a:pt x="1241378" y="825366"/>
                </a:cubicBezTo>
                <a:cubicBezTo>
                  <a:pt x="867743" y="635366"/>
                  <a:pt x="418474" y="644980"/>
                  <a:pt x="0" y="491517"/>
                </a:cubicBezTo>
                <a:cubicBezTo>
                  <a:pt x="92391" y="461518"/>
                  <a:pt x="160326" y="483440"/>
                  <a:pt x="223277" y="488057"/>
                </a:cubicBezTo>
                <a:cubicBezTo>
                  <a:pt x="380429" y="499594"/>
                  <a:pt x="535773" y="523440"/>
                  <a:pt x="692473" y="537671"/>
                </a:cubicBezTo>
                <a:cubicBezTo>
                  <a:pt x="769465" y="544594"/>
                  <a:pt x="841022" y="570749"/>
                  <a:pt x="927071" y="529211"/>
                </a:cubicBezTo>
                <a:cubicBezTo>
                  <a:pt x="984589" y="501518"/>
                  <a:pt x="1076527" y="531517"/>
                  <a:pt x="1147177" y="556134"/>
                </a:cubicBezTo>
                <a:cubicBezTo>
                  <a:pt x="1205600" y="576517"/>
                  <a:pt x="1261306" y="581901"/>
                  <a:pt x="1338752" y="556134"/>
                </a:cubicBezTo>
                <a:cubicBezTo>
                  <a:pt x="1268554" y="540364"/>
                  <a:pt x="1214658" y="526519"/>
                  <a:pt x="1159406" y="516901"/>
                </a:cubicBezTo>
                <a:cubicBezTo>
                  <a:pt x="1115475" y="509211"/>
                  <a:pt x="1220094" y="478056"/>
                  <a:pt x="1273535" y="481902"/>
                </a:cubicBezTo>
                <a:cubicBezTo>
                  <a:pt x="1348263" y="487287"/>
                  <a:pt x="1306144" y="467287"/>
                  <a:pt x="1293462" y="439595"/>
                </a:cubicBezTo>
                <a:cubicBezTo>
                  <a:pt x="1279875" y="409979"/>
                  <a:pt x="1320183" y="400749"/>
                  <a:pt x="1345545" y="406900"/>
                </a:cubicBezTo>
                <a:cubicBezTo>
                  <a:pt x="1442916" y="431133"/>
                  <a:pt x="1539834" y="388441"/>
                  <a:pt x="1640379" y="423057"/>
                </a:cubicBezTo>
                <a:cubicBezTo>
                  <a:pt x="1615015" y="337670"/>
                  <a:pt x="1560215" y="300363"/>
                  <a:pt x="1445634" y="288439"/>
                </a:cubicBezTo>
                <a:cubicBezTo>
                  <a:pt x="1402608" y="283826"/>
                  <a:pt x="1357773" y="290748"/>
                  <a:pt x="1320636" y="266131"/>
                </a:cubicBezTo>
                <a:cubicBezTo>
                  <a:pt x="1299349" y="251902"/>
                  <a:pt x="1275346" y="234978"/>
                  <a:pt x="1292104" y="208824"/>
                </a:cubicBezTo>
                <a:cubicBezTo>
                  <a:pt x="1303877" y="190363"/>
                  <a:pt x="1329242" y="190363"/>
                  <a:pt x="1350074" y="196517"/>
                </a:cubicBezTo>
                <a:cubicBezTo>
                  <a:pt x="1443371" y="223826"/>
                  <a:pt x="1540741" y="233825"/>
                  <a:pt x="1638113" y="243826"/>
                </a:cubicBezTo>
                <a:cubicBezTo>
                  <a:pt x="1653059" y="245364"/>
                  <a:pt x="1669814" y="250365"/>
                  <a:pt x="1686573" y="224977"/>
                </a:cubicBezTo>
                <a:cubicBezTo>
                  <a:pt x="1504511" y="183824"/>
                  <a:pt x="1331505" y="125362"/>
                  <a:pt x="1144459" y="102670"/>
                </a:cubicBezTo>
                <a:cubicBezTo>
                  <a:pt x="1147177" y="91900"/>
                  <a:pt x="1149896" y="81131"/>
                  <a:pt x="1152614" y="70362"/>
                </a:cubicBezTo>
                <a:cubicBezTo>
                  <a:pt x="1298896" y="85746"/>
                  <a:pt x="1445182" y="101131"/>
                  <a:pt x="1629961" y="120363"/>
                </a:cubicBezTo>
                <a:cubicBezTo>
                  <a:pt x="1516284" y="59207"/>
                  <a:pt x="1408951" y="79594"/>
                  <a:pt x="1324712" y="25362"/>
                </a:cubicBezTo>
                <a:cubicBezTo>
                  <a:pt x="1340563" y="4786"/>
                  <a:pt x="1359698" y="-407"/>
                  <a:pt x="1379513" y="2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9868E3B-A174-E5C2-AD8B-B40C631D4E3A}"/>
              </a:ext>
            </a:extLst>
          </p:cNvPr>
          <p:cNvSpPr txBox="1"/>
          <p:nvPr/>
        </p:nvSpPr>
        <p:spPr>
          <a:xfrm>
            <a:off x="2707137" y="4033290"/>
            <a:ext cx="44405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s-ES" sz="18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”La forma suprema del saber es la pregunta”</a:t>
            </a:r>
          </a:p>
          <a:p>
            <a:pPr defTabSz="685800">
              <a:buClrTx/>
            </a:pPr>
            <a:r>
              <a:rPr lang="es-ES" sz="18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Martin Heidegger</a:t>
            </a:r>
          </a:p>
        </p:txBody>
      </p:sp>
    </p:spTree>
    <p:extLst>
      <p:ext uri="{BB962C8B-B14F-4D97-AF65-F5344CB8AC3E}">
        <p14:creationId xmlns:p14="http://schemas.microsoft.com/office/powerpoint/2010/main" val="166836977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3375</TotalTime>
  <Words>12</Words>
  <Application>Microsoft Macintosh PowerPoint</Application>
  <PresentationFormat>Presentación en pantalla (16:9)</PresentationFormat>
  <Paragraphs>2</Paragraphs>
  <Slides>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Simple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Ortega Fernández</cp:lastModifiedBy>
  <cp:revision>23</cp:revision>
  <dcterms:modified xsi:type="dcterms:W3CDTF">2025-10-30T17:00:12Z</dcterms:modified>
</cp:coreProperties>
</file>